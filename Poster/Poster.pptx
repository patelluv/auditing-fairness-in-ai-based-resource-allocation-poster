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522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1594-8D39-40C9-A328-106040C1522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F2DA-181B-4AC7-BF93-C9BD35B57C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1594-8D39-40C9-A328-106040C1522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F2DA-181B-4AC7-BF93-C9BD35B57C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1594-8D39-40C9-A328-106040C1522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F2DA-181B-4AC7-BF93-C9BD35B57C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1594-8D39-40C9-A328-106040C1522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F2DA-181B-4AC7-BF93-C9BD35B57C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1594-8D39-40C9-A328-106040C1522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F2DA-181B-4AC7-BF93-C9BD35B57C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1594-8D39-40C9-A328-106040C1522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F2DA-181B-4AC7-BF93-C9BD35B57C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1594-8D39-40C9-A328-106040C1522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F2DA-181B-4AC7-BF93-C9BD35B57C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1594-8D39-40C9-A328-106040C1522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F2DA-181B-4AC7-BF93-C9BD35B57C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1594-8D39-40C9-A328-106040C1522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F2DA-181B-4AC7-BF93-C9BD35B57C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1594-8D39-40C9-A328-106040C1522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F2DA-181B-4AC7-BF93-C9BD35B57C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1594-8D39-40C9-A328-106040C1522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F2DA-181B-4AC7-BF93-C9BD35B57C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851594-8D39-40C9-A328-106040C1522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9F2DA-181B-4AC7-BF93-C9BD35B57CE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uditing Fairness in AI-Based Resource Allocation P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Luv Patel</dc:creator>
  <cp:lastModifiedBy>Luv Patel</cp:lastModifiedBy>
  <cp:revision>1</cp:revision>
  <dcterms:created xsi:type="dcterms:W3CDTF">2026-06-08T16:02:45Z</dcterms:created>
  <dcterms:modified xsi:type="dcterms:W3CDTF">2026-06-08T16:03:28Z</dcterms:modified>
</cp:coreProperties>
</file>